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Git – A Practical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Zameet Sabir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Git Really Works (Internals)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Git is not a diff-based system.</a:t>
            </a:r>
          </a:p>
          <a:p>
            <a:pPr/>
            <a:r>
              <a:t>- Git stores everything as snapshots.</a:t>
            </a:r>
          </a:p>
          <a:p>
            <a:pPr/>
            <a:r>
              <a:t>- Every commit is a snapshot of your project state.</a:t>
            </a:r>
          </a:p>
          <a:p>
            <a:pPr/>
            <a:r>
              <a:t>- Objects stored in .git/objects as: blobs, trees, commits, tags.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Object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Blob: content of a file (no filename).</a:t>
            </a:r>
          </a:p>
          <a:p>
            <a:pPr/>
            <a:r>
              <a:t>- Tree: folder structure linking blobs.</a:t>
            </a:r>
          </a:p>
          <a:p>
            <a:pPr/>
            <a:r>
              <a:t>- Commit: points to a tree + parents + message.</a:t>
            </a:r>
          </a:p>
          <a:p>
            <a:pPr/>
            <a:r>
              <a:t>- Tag: readable pointer to a commit.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Visual: Git Snapshot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Commit A -&gt; Snapshot of entire project</a:t>
            </a:r>
          </a:p>
          <a:p>
            <a:pPr/>
            <a:r>
              <a:t>- Commit B -&gt; New snapshot (only changed files stored)</a:t>
            </a:r>
          </a:p>
          <a:p>
            <a:pPr/>
            <a:r>
              <a:t>- Git uses content hashing (SHA-1 / SHA-256)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stash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Temporarily stores your uncommitted work.</a:t>
            </a:r>
          </a:p>
          <a:p>
            <a:pPr/>
            <a:r>
              <a:t>- git stash, git stash pop, git stash apply, git stash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checkout 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Jumps back to your previous branch.</a:t>
            </a:r>
          </a:p>
          <a:p>
            <a:pPr/>
            <a:r>
              <a:t>- Useful when switching tasks frequently.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commit --amend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Modify the last commit's message or files.</a:t>
            </a:r>
          </a:p>
          <a:p>
            <a:pPr/>
            <a:r>
              <a:t>- Safe only before pushing.</a:t>
            </a:r>
          </a:p>
          <a:p>
            <a:pPr/>
            <a:r>
              <a:t>- --no-edit keeps old message.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Aliases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Speed up workflows.</a:t>
            </a:r>
          </a:p>
          <a:p>
            <a:pPr/>
            <a:r>
              <a:t>- Example: git config --global alias.ac 'commit -am'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revert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Safely undo a commit.</a:t>
            </a:r>
          </a:p>
          <a:p>
            <a:pPr/>
            <a:r>
              <a:t>- Creates a new commit instead of rewriting history.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log (Advanced)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git log --oneline</a:t>
            </a:r>
          </a:p>
          <a:p>
            <a:pPr/>
            <a:r>
              <a:t>- git log --graph --decorate</a:t>
            </a:r>
          </a:p>
          <a:p>
            <a:pPr/>
            <a:r>
              <a:t>- git log -p path/to/file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bisect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Debugging tool to find faulty commit.</a:t>
            </a:r>
          </a:p>
          <a:p>
            <a:pPr/>
            <a:r>
              <a:t>- git bisect start, good, bad.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rebase -i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Clean up commit history.</a:t>
            </a:r>
          </a:p>
          <a:p>
            <a:pPr/>
            <a:r>
              <a:t>- pick, squash, fixup, drop.</a:t>
            </a:r>
          </a:p>
          <a:p>
            <a:pPr/>
            <a:r>
              <a:t>- Autosquash for automatic fixups.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Hooks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Pre-commit, commit-msg, pre-push.</a:t>
            </a:r>
          </a:p>
          <a:p>
            <a:pPr/>
            <a:r>
              <a:t>- Used to lint, test, validate.</a:t>
            </a:r>
          </a:p>
          <a:p>
            <a:pPr/>
            <a:r>
              <a:t>- Husky for JS projects.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Submodules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Include external repo inside your repo.</a:t>
            </a:r>
          </a:p>
          <a:p>
            <a:pPr/>
            <a:r>
              <a:t>- git submodule add &lt;url&gt;</a:t>
            </a:r>
          </a:p>
          <a:p>
            <a:pPr/>
            <a:r>
              <a:t>- git submodule update --init --recursive.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Destructive Git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git reset --hard origin/master</a:t>
            </a:r>
          </a:p>
          <a:p>
            <a:pPr/>
            <a:r>
              <a:t>- git clean -df</a:t>
            </a:r>
          </a:p>
          <a:p>
            <a:pPr/>
            <a:r>
              <a:t>- Use with caution.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Searching in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By author: git log --author='name'</a:t>
            </a:r>
          </a:p>
          <a:p>
            <a:pPr/>
            <a:r>
              <a:t>- By message: git log --grep='keyword'</a:t>
            </a:r>
          </a:p>
          <a:p>
            <a:pPr/>
            <a:r>
              <a:t>- By date: --after, --before</a:t>
            </a:r>
          </a:p>
          <a:p>
            <a:pPr/>
            <a:r>
              <a:t>- Branch diff: git log feature..main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Advanced Git empowers you with:</a:t>
            </a:r>
          </a:p>
          <a:p>
            <a:pPr/>
            <a:r>
              <a:t>- Cleaner history</a:t>
            </a:r>
          </a:p>
          <a:p>
            <a:pPr/>
            <a:r>
              <a:t>- Faster debugging</a:t>
            </a:r>
          </a:p>
          <a:p>
            <a:pPr/>
            <a:r>
              <a:t>- Automation</a:t>
            </a:r>
          </a:p>
          <a:p>
            <a:pPr/>
            <a:r>
              <a:t>- Productivity boosts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